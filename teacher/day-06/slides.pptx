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Mindset. Every idea today answers one question: how do I get this out of a list? Keep coming back to the twelve shows in data.js.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open on the projector at #/day/6, Console panel open. After each demo, press Start again in that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Answers: the first defines, the second calls. name is the parameter, "Ana" the argument. console.log instead of return, so page.js got undefined. 9.5 is also &gt;= 8, so it says Good: strictest test first. const double = (n) =&gt; n * 2;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0:10, Lab step 1. Ask what networks[1] is before you run it. Show networks[3] before the push: undefined. Everyone forgets the 0 at least once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0:20, Lab step 2. Mistake on purpose: show = "Dark" inside the object. Read the syntax error together, then fix it with a colon.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0:30, Lab step 3. Open the data.js tab first and read one show's keys aloud. Ask why length - 1. Mistake on purpose: shows[12].name gives Cannot read properties of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0:38, Lab step 4. Read the for line aloud as a sentence: for each show of the shows list, run the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0:38, Lab step 5. Ask which four: Game of Thrones, Chernobyl, The Wire, Band of Brothers. Mistake on purpose: move const hbo = [] inside the loop, and the answer becomes 0. Point at the indentation: blocks inside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0:50, Lab steps 6 and 7. Inside the function use the parameter list, never shows. Mistake on purpose: curly brackets after the arrow without return, and the result is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Lab step 8. Mistake on purpose: show.id = 10 with one equals sign always gives the first show. Three equals signs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1:02, Lab steps 9 and 10. Methods can be chained: each one works on the result of the one before. Arrays have includes too: is this genre in the list? Capital letters matter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1:10. With these three you can ask almost anything of a list.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#/day/6, read the step list together, then do step 1 together. Show the data.js tab, Hint, Answer, the Console and Check. Progress saves by itself; Help, Save progress to a file to change computers.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Today the Console is your best friend: log the thing you're looking at. undefined usually means a wrong index or a misspelt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type THE in the search box and explain why How I Met Your Mother 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06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6: Lists of shows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
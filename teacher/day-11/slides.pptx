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Script: Before class. Your own ShowShelf published the day before, on Netlify Drop and GitHub Pages, open in tabs and on your phone. Demo timer 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0:00. Demos at the end of the afternoon: say when they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in quiz.md. Capital letter, returns JSX with one outer element. class is a JavaScript word; { } shows the result of JavaScript. The value and its setter, which redraws. GET, POST, DELETE. Created, Bad Request, Not Found; 4 means the request was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0:10. Let students say what they remember from each group of days. Ask: where does a card's data come from, step by step? What runs in the visitor's browser, what on a server? Then the Day 11 overview: the finished site of the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0:22. Step 1, whole-page tab, the four script lines. Change name in site.js and watch the logo. Mistake on purpose: single quotes with an apostrophe, read the Console.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0:22, second half. Step 3: --color-bg: #222222 and the heading disappears. Ask what else must change for a dark page. Step 4 adds --radius and a font-family on body.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0:34. Step 5, below the comments. Click it: only comedies, and the Comedy chip lights up. Mistake on purpose: call it grid. Mention the random pick (Math.floor(Math.random() * list.length)) and sort for steps 5 and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0:34, A hook. Add it below the Comedy button, click a few genre chips: one Console line each time. Step 7 uses it to keep a line or a badge up to date. Start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0:48. Draw the three boxes on the board: your computer, the web server, a visitor's phone. Show your own site on your phone. The address is public; My List stays in each visitor's browser. To change it later: download and upload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1:01. Model it: give your own 2-minute demo now, with the timer running. Step 10 is writing the three sentences down.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1:01, What next. Ask: what would you build for yourself? Take two or three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1:01, end. Then straight into the afternoon.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Open #/day/11, read the steps, do step 1 together with Teacher view off. Extras B1 to B3 each have their own Download button. Say when the demos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Script 1:15. For step 9: drop the folder, not the file; paste the site's address, not the repository's.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the afternoon teacher at the end of the day. Answers in quiz.md, End-of-day check. Ask them to show you their site at its own address on a phone, and their three demo sentences.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ay11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 Guided · Day 11: Make it yours and publish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
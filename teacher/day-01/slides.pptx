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 and 0:05. Welcome, then the warm-up from quiz.md. Open #/day/11 in the Lab to show the finished site, then come back to #/day/1.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0:00. Answers and what to listen for are in quiz.md. Note who has seen code before: they can help neighbours this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0:05. Show Day 11's overview first: the finished ShowShelf, a TV-show website with My List. Then the daily rhythm and the four parts of a Lab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0:15. Type in step 1's code box (it starts empty). Then delete the slash on purpose: HTML doesn't complain, it guesses. Put it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0:15, items 4 and 5. Press Enter in the middle of the sentence: the page doesn't change. Ask: which closes first, the em or the 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0:29. Mistake on purpose: delete the closing quote of class="meta" and the text vanishes. In the Lab a missing picture shows the ShowShelf poster, so the alt text is not visible there. Ask: opening or closing tag for attributes?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0:40. Point at the indenting: two spaces, the Tab key. Then change ul to ol in both tags: numbers appear. Ask: your top three shows, ul or ol?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0:49. Click the link in the preview: it opens in a new tab. Then remove https:// on purpose and click again: the Lab shows a notice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0:49, items 3 and 4. Add season 2 (13 episodes) by copy, paste, change. Ask: before or after &lt;/table&gt;? Step 10 this afternoon is exactly this, for Friends.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1:01. Click the show.html (whole page) tab first: header, main, article, footer are already there. Mistake on purpose: a comment without --&gt; swallows the rest of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Open #/day/1, read the step list together, then do step 1 together (Start again first, to clear the demo). Show Hint, Answer, the Console and Help &gt; Save progress to a file. Extra challenges: a spoiler box, a captioned poster, a second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1:15, item 3. This order works every day of the course. Introduce the afternoon teacher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afternoon teacher, last 10 minutes. Answers: the closing tag needs a slash, &lt;/h1&gt;. ol, because the order matters, with li items. alt describes the picture for screen readers and when it can't load. Full check in quiz.md.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1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 Guided · Day 1: Your first web page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
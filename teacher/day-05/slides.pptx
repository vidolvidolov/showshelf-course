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Script: Mindset. One idea matters more than all the others today: return. Spend your time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open on the projector at #/day/5. After each demo, press Start again in that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0:00. Answers: 298 and 23662. let, a const can't change. `Watching ${showName} tonight`. Finds id="title" and puts the value of showName in it. One = puts a value in; use === to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0:10. Demo in step 1's code box. Point at the grey notes on the cards first: each one is a function they write this afternoon. Delete the calls: nothing prints. Then announce; without brackets.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0:18, Lab steps 2 and 3. Ask what nowPlaying() prints with no argument: undefined, no value yet. The order of the arguments decides which box they go in. Then open the page.js tab and find the line that calls watchTime.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0:30, Lab step 4. The step 4 box starts with watchTime logging, and the cards say undefined hours. Ask why before you type. Don't fix watchTime yourself: that's their task. Ask: who needs the answer, you or page.js?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0:45, Lab step 5. Mistake on purpose: swap the first two conditions, and lengthLabel(60) says Normal episode. Ask what &gt; instead of &gt;= does with exactly 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0:45, Lab steps 6 and 7. This afternoon they split minutes into hours and the rest the same way. If % is confusing, use a clock: 90 minutes is 1 hour and 30 left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0:57, Lab step 8. If the seat rules change, you fix one function and both are right. Watch for the strings "true" and "false" instead of booleans.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0:57, Lab step 9. Mistake on purpose: keep both versions and read the red error, already declared. Then delete the old function block. Two functions can't share a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0:57, Lab step 10. This afternoon: one small function for 1 episode and 236 episodes. Watch for word == "episode" or word: "episode" in the brackets.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1:10. Ask the class to say it back in their own words, then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Open #/day/5, read the step list together, then do step 1 together. Show Hint, Answer, the Console and Check. Progress saves by itself; Help, Save progress to a file to change computers.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Read it together. Today most red errors are a missing } or a name typed two ways. The second hint is nearly the answer; the Answer button is fine after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afternoon teacher at the end of the day. Answers in quiz.md, End-of-day check. Ask them to show you the four cards with every grey note filled.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5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5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5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5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5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5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5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5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5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5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5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5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5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5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5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 Guided · Day 5: Functions and decisions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